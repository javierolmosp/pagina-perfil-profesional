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8.png"/><Relationship Id="rId10" Type="http://schemas.openxmlformats.org/officeDocument/2006/relationships/image" Target="../media/image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Relationship Id="rId23" Type="http://schemas.openxmlformats.org/officeDocument/2006/relationships/image" Target="../media/image31.png"/><Relationship Id="rId24" Type="http://schemas.openxmlformats.org/officeDocument/2006/relationships/image" Target="../media/image32.png"/><Relationship Id="rId25" Type="http://schemas.openxmlformats.org/officeDocument/2006/relationships/image" Target="../media/image3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6.png"/><Relationship Id="rId10" Type="http://schemas.openxmlformats.org/officeDocument/2006/relationships/image" Target="../media/image39.png"/><Relationship Id="rId11" Type="http://schemas.openxmlformats.org/officeDocument/2006/relationships/image" Target="../media/image8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Relationship Id="rId23" Type="http://schemas.openxmlformats.org/officeDocument/2006/relationships/image" Target="../media/image51.png"/><Relationship Id="rId24" Type="http://schemas.openxmlformats.org/officeDocument/2006/relationships/image" Target="../media/image52.png"/><Relationship Id="rId25" Type="http://schemas.openxmlformats.org/officeDocument/2006/relationships/image" Target="../media/image53.png"/><Relationship Id="rId26" Type="http://schemas.openxmlformats.org/officeDocument/2006/relationships/image" Target="../media/image54.png"/><Relationship Id="rId27" Type="http://schemas.openxmlformats.org/officeDocument/2006/relationships/image" Target="../media/image55.png"/><Relationship Id="rId28" Type="http://schemas.openxmlformats.org/officeDocument/2006/relationships/image" Target="../media/image56.png"/><Relationship Id="rId29" Type="http://schemas.openxmlformats.org/officeDocument/2006/relationships/image" Target="../media/image57.png"/><Relationship Id="rId30" Type="http://schemas.openxmlformats.org/officeDocument/2006/relationships/image" Target="../media/image58.png"/><Relationship Id="rId31" Type="http://schemas.openxmlformats.org/officeDocument/2006/relationships/image" Target="../media/image59.png"/><Relationship Id="rId32" Type="http://schemas.openxmlformats.org/officeDocument/2006/relationships/image" Target="../media/image60.png"/><Relationship Id="rId33" Type="http://schemas.openxmlformats.org/officeDocument/2006/relationships/image" Target="../media/image61.png"/><Relationship Id="rId34" Type="http://schemas.openxmlformats.org/officeDocument/2006/relationships/image" Target="../media/image62.png"/><Relationship Id="rId35" Type="http://schemas.openxmlformats.org/officeDocument/2006/relationships/image" Target="../media/image63.png"/><Relationship Id="rId36" Type="http://schemas.openxmlformats.org/officeDocument/2006/relationships/image" Target="../media/image64.png"/><Relationship Id="rId37" Type="http://schemas.openxmlformats.org/officeDocument/2006/relationships/image" Target="../media/image65.png"/><Relationship Id="rId38" Type="http://schemas.openxmlformats.org/officeDocument/2006/relationships/image" Target="../media/image66.png"/><Relationship Id="rId39" Type="http://schemas.openxmlformats.org/officeDocument/2006/relationships/image" Target="../media/image67.png"/><Relationship Id="rId40" Type="http://schemas.openxmlformats.org/officeDocument/2006/relationships/image" Target="../media/image68.png"/><Relationship Id="rId41" Type="http://schemas.openxmlformats.org/officeDocument/2006/relationships/image" Target="../media/image69.png"/><Relationship Id="rId42" Type="http://schemas.openxmlformats.org/officeDocument/2006/relationships/image" Target="../media/image70.png"/><Relationship Id="rId43" Type="http://schemas.openxmlformats.org/officeDocument/2006/relationships/image" Target="../media/image71.png"/><Relationship Id="rId44" Type="http://schemas.openxmlformats.org/officeDocument/2006/relationships/image" Target="../media/image72.png"/><Relationship Id="rId45" Type="http://schemas.openxmlformats.org/officeDocument/2006/relationships/image" Target="../media/image73.png"/><Relationship Id="rId46" Type="http://schemas.openxmlformats.org/officeDocument/2006/relationships/image" Target="../media/image74.png"/><Relationship Id="rId47" Type="http://schemas.openxmlformats.org/officeDocument/2006/relationships/image" Target="../media/image75.png"/><Relationship Id="rId48" Type="http://schemas.openxmlformats.org/officeDocument/2006/relationships/image" Target="../media/image76.png"/><Relationship Id="rId49" Type="http://schemas.openxmlformats.org/officeDocument/2006/relationships/image" Target="../media/image77.png"/><Relationship Id="rId50" Type="http://schemas.openxmlformats.org/officeDocument/2006/relationships/image" Target="../media/image78.png"/><Relationship Id="rId51" Type="http://schemas.openxmlformats.org/officeDocument/2006/relationships/image" Target="../media/image79.png"/><Relationship Id="rId52" Type="http://schemas.openxmlformats.org/officeDocument/2006/relationships/image" Target="../media/image80.png"/><Relationship Id="rId53" Type="http://schemas.openxmlformats.org/officeDocument/2006/relationships/image" Target="../media/image81.png"/><Relationship Id="rId54" Type="http://schemas.openxmlformats.org/officeDocument/2006/relationships/image" Target="../media/image82.png"/><Relationship Id="rId55" Type="http://schemas.openxmlformats.org/officeDocument/2006/relationships/image" Target="../media/image83.png"/><Relationship Id="rId56" Type="http://schemas.openxmlformats.org/officeDocument/2006/relationships/image" Target="../media/image84.png"/><Relationship Id="rId57" Type="http://schemas.openxmlformats.org/officeDocument/2006/relationships/image" Target="../media/image85.png"/><Relationship Id="rId58" Type="http://schemas.openxmlformats.org/officeDocument/2006/relationships/image" Target="../media/image8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1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6.png"/><Relationship Id="rId10" Type="http://schemas.openxmlformats.org/officeDocument/2006/relationships/image" Target="../media/image90.png"/><Relationship Id="rId11" Type="http://schemas.openxmlformats.org/officeDocument/2006/relationships/image" Target="../media/image8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Relationship Id="rId17" Type="http://schemas.openxmlformats.org/officeDocument/2006/relationships/image" Target="../media/image96.png"/><Relationship Id="rId18" Type="http://schemas.openxmlformats.org/officeDocument/2006/relationships/image" Target="../media/image97.png"/><Relationship Id="rId19" Type="http://schemas.openxmlformats.org/officeDocument/2006/relationships/image" Target="../media/image98.png"/><Relationship Id="rId20" Type="http://schemas.openxmlformats.org/officeDocument/2006/relationships/image" Target="../media/image99.png"/><Relationship Id="rId21" Type="http://schemas.openxmlformats.org/officeDocument/2006/relationships/image" Target="../media/image100.png"/><Relationship Id="rId22" Type="http://schemas.openxmlformats.org/officeDocument/2006/relationships/image" Target="../media/image101.png"/><Relationship Id="rId23" Type="http://schemas.openxmlformats.org/officeDocument/2006/relationships/image" Target="../media/image102.png"/><Relationship Id="rId24" Type="http://schemas.openxmlformats.org/officeDocument/2006/relationships/image" Target="../media/image103.png"/><Relationship Id="rId25" Type="http://schemas.openxmlformats.org/officeDocument/2006/relationships/image" Target="../media/image104.png"/><Relationship Id="rId26" Type="http://schemas.openxmlformats.org/officeDocument/2006/relationships/image" Target="../media/image105.png"/><Relationship Id="rId27" Type="http://schemas.openxmlformats.org/officeDocument/2006/relationships/image" Target="../media/image106.png"/><Relationship Id="rId28" Type="http://schemas.openxmlformats.org/officeDocument/2006/relationships/image" Target="../media/image107.png"/><Relationship Id="rId29" Type="http://schemas.openxmlformats.org/officeDocument/2006/relationships/image" Target="../media/image108.png"/><Relationship Id="rId30" Type="http://schemas.openxmlformats.org/officeDocument/2006/relationships/image" Target="../media/image109.png"/><Relationship Id="rId31" Type="http://schemas.openxmlformats.org/officeDocument/2006/relationships/image" Target="../media/image110.png"/><Relationship Id="rId32" Type="http://schemas.openxmlformats.org/officeDocument/2006/relationships/image" Target="../media/image111.png"/><Relationship Id="rId33" Type="http://schemas.openxmlformats.org/officeDocument/2006/relationships/image" Target="../media/image112.png"/><Relationship Id="rId34" Type="http://schemas.openxmlformats.org/officeDocument/2006/relationships/image" Target="../media/image113.png"/><Relationship Id="rId35" Type="http://schemas.openxmlformats.org/officeDocument/2006/relationships/image" Target="../media/image114.png"/><Relationship Id="rId36" Type="http://schemas.openxmlformats.org/officeDocument/2006/relationships/image" Target="../media/image115.png"/><Relationship Id="rId37" Type="http://schemas.openxmlformats.org/officeDocument/2006/relationships/image" Target="../media/image116.png"/><Relationship Id="rId38" Type="http://schemas.openxmlformats.org/officeDocument/2006/relationships/image" Target="../media/image1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119.png"/><Relationship Id="rId9" Type="http://schemas.openxmlformats.org/officeDocument/2006/relationships/image" Target="../media/image8.pn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Relationship Id="rId12" Type="http://schemas.openxmlformats.org/officeDocument/2006/relationships/image" Target="../media/image122.png"/><Relationship Id="rId13" Type="http://schemas.openxmlformats.org/officeDocument/2006/relationships/image" Target="../media/image123.png"/><Relationship Id="rId14" Type="http://schemas.openxmlformats.org/officeDocument/2006/relationships/image" Target="../media/image124.png"/><Relationship Id="rId15" Type="http://schemas.openxmlformats.org/officeDocument/2006/relationships/image" Target="../media/image125.png"/><Relationship Id="rId16" Type="http://schemas.openxmlformats.org/officeDocument/2006/relationships/image" Target="../media/image126.png"/><Relationship Id="rId17" Type="http://schemas.openxmlformats.org/officeDocument/2006/relationships/image" Target="../media/image127.png"/><Relationship Id="rId18" Type="http://schemas.openxmlformats.org/officeDocument/2006/relationships/image" Target="../media/image128.png"/><Relationship Id="rId19" Type="http://schemas.openxmlformats.org/officeDocument/2006/relationships/image" Target="../media/image129.png"/><Relationship Id="rId20" Type="http://schemas.openxmlformats.org/officeDocument/2006/relationships/image" Target="../media/image130.png"/><Relationship Id="rId21" Type="http://schemas.openxmlformats.org/officeDocument/2006/relationships/image" Target="../media/image131.png"/><Relationship Id="rId22" Type="http://schemas.openxmlformats.org/officeDocument/2006/relationships/image" Target="../media/image132.png"/><Relationship Id="rId23" Type="http://schemas.openxmlformats.org/officeDocument/2006/relationships/image" Target="../media/image133.png"/><Relationship Id="rId24" Type="http://schemas.openxmlformats.org/officeDocument/2006/relationships/image" Target="../media/image134.png"/><Relationship Id="rId25" Type="http://schemas.openxmlformats.org/officeDocument/2006/relationships/image" Target="../media/image135.png"/><Relationship Id="rId26" Type="http://schemas.openxmlformats.org/officeDocument/2006/relationships/image" Target="../media/image136.png"/><Relationship Id="rId27" Type="http://schemas.openxmlformats.org/officeDocument/2006/relationships/image" Target="../media/image137.png"/><Relationship Id="rId28" Type="http://schemas.openxmlformats.org/officeDocument/2006/relationships/image" Target="../media/image138.png"/><Relationship Id="rId29" Type="http://schemas.openxmlformats.org/officeDocument/2006/relationships/image" Target="../media/image139.png"/><Relationship Id="rId30" Type="http://schemas.openxmlformats.org/officeDocument/2006/relationships/image" Target="../media/image140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45.png"/><Relationship Id="rId36" Type="http://schemas.openxmlformats.org/officeDocument/2006/relationships/image" Target="../media/image146.png"/><Relationship Id="rId37" Type="http://schemas.openxmlformats.org/officeDocument/2006/relationships/image" Target="../media/image147.png"/><Relationship Id="rId38" Type="http://schemas.openxmlformats.org/officeDocument/2006/relationships/image" Target="../media/image148.png"/><Relationship Id="rId39" Type="http://schemas.openxmlformats.org/officeDocument/2006/relationships/image" Target="../media/image149.png"/><Relationship Id="rId40" Type="http://schemas.openxmlformats.org/officeDocument/2006/relationships/image" Target="../media/image150.png"/><Relationship Id="rId41" Type="http://schemas.openxmlformats.org/officeDocument/2006/relationships/image" Target="../media/image151.png"/><Relationship Id="rId42" Type="http://schemas.openxmlformats.org/officeDocument/2006/relationships/image" Target="../media/image152.png"/><Relationship Id="rId43" Type="http://schemas.openxmlformats.org/officeDocument/2006/relationships/image" Target="../media/image153.png"/><Relationship Id="rId44" Type="http://schemas.openxmlformats.org/officeDocument/2006/relationships/image" Target="../media/image154.png"/><Relationship Id="rId45" Type="http://schemas.openxmlformats.org/officeDocument/2006/relationships/image" Target="../media/image155.png"/><Relationship Id="rId46" Type="http://schemas.openxmlformats.org/officeDocument/2006/relationships/image" Target="../media/image156.png"/><Relationship Id="rId47" Type="http://schemas.openxmlformats.org/officeDocument/2006/relationships/image" Target="../media/image157.png"/><Relationship Id="rId48" Type="http://schemas.openxmlformats.org/officeDocument/2006/relationships/image" Target="../media/image15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1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6.png"/><Relationship Id="rId10" Type="http://schemas.openxmlformats.org/officeDocument/2006/relationships/image" Target="../media/image161.png"/><Relationship Id="rId11" Type="http://schemas.openxmlformats.org/officeDocument/2006/relationships/image" Target="../media/image8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Relationship Id="rId20" Type="http://schemas.openxmlformats.org/officeDocument/2006/relationships/image" Target="../media/image170.png"/><Relationship Id="rId21" Type="http://schemas.openxmlformats.org/officeDocument/2006/relationships/image" Target="../media/image171.png"/><Relationship Id="rId22" Type="http://schemas.openxmlformats.org/officeDocument/2006/relationships/image" Target="../media/image172.png"/><Relationship Id="rId23" Type="http://schemas.openxmlformats.org/officeDocument/2006/relationships/image" Target="../media/image173.png"/><Relationship Id="rId24" Type="http://schemas.openxmlformats.org/officeDocument/2006/relationships/image" Target="../media/image174.png"/><Relationship Id="rId25" Type="http://schemas.openxmlformats.org/officeDocument/2006/relationships/image" Target="../media/image175.png"/><Relationship Id="rId26" Type="http://schemas.openxmlformats.org/officeDocument/2006/relationships/image" Target="../media/image176.png"/><Relationship Id="rId27" Type="http://schemas.openxmlformats.org/officeDocument/2006/relationships/image" Target="../media/image177.png"/><Relationship Id="rId28" Type="http://schemas.openxmlformats.org/officeDocument/2006/relationships/image" Target="../media/image178.png"/><Relationship Id="rId29" Type="http://schemas.openxmlformats.org/officeDocument/2006/relationships/image" Target="../media/image179.png"/><Relationship Id="rId30" Type="http://schemas.openxmlformats.org/officeDocument/2006/relationships/image" Target="../media/image180.png"/><Relationship Id="rId31" Type="http://schemas.openxmlformats.org/officeDocument/2006/relationships/image" Target="../media/image181.png"/><Relationship Id="rId32" Type="http://schemas.openxmlformats.org/officeDocument/2006/relationships/image" Target="../media/image182.png"/><Relationship Id="rId33" Type="http://schemas.openxmlformats.org/officeDocument/2006/relationships/image" Target="../media/image183.png"/><Relationship Id="rId34" Type="http://schemas.openxmlformats.org/officeDocument/2006/relationships/image" Target="../media/image184.png"/><Relationship Id="rId35" Type="http://schemas.openxmlformats.org/officeDocument/2006/relationships/image" Target="../media/image185.png"/><Relationship Id="rId36" Type="http://schemas.openxmlformats.org/officeDocument/2006/relationships/image" Target="../media/image186.png"/><Relationship Id="rId37" Type="http://schemas.openxmlformats.org/officeDocument/2006/relationships/image" Target="../media/image187.png"/><Relationship Id="rId38" Type="http://schemas.openxmlformats.org/officeDocument/2006/relationships/image" Target="../media/image188.png"/><Relationship Id="rId39" Type="http://schemas.openxmlformats.org/officeDocument/2006/relationships/image" Target="../media/image189.png"/><Relationship Id="rId40" Type="http://schemas.openxmlformats.org/officeDocument/2006/relationships/image" Target="../media/image190.png"/><Relationship Id="rId41" Type="http://schemas.openxmlformats.org/officeDocument/2006/relationships/image" Target="../media/image191.png"/><Relationship Id="rId42" Type="http://schemas.openxmlformats.org/officeDocument/2006/relationships/image" Target="../media/image192.png"/><Relationship Id="rId43" Type="http://schemas.openxmlformats.org/officeDocument/2006/relationships/image" Target="../media/image193.png"/><Relationship Id="rId44" Type="http://schemas.openxmlformats.org/officeDocument/2006/relationships/image" Target="../media/image194.png"/><Relationship Id="rId45" Type="http://schemas.openxmlformats.org/officeDocument/2006/relationships/image" Target="../media/image195.png"/><Relationship Id="rId46" Type="http://schemas.openxmlformats.org/officeDocument/2006/relationships/image" Target="../media/image196.png"/><Relationship Id="rId47" Type="http://schemas.openxmlformats.org/officeDocument/2006/relationships/image" Target="../media/image197.png"/><Relationship Id="rId48" Type="http://schemas.openxmlformats.org/officeDocument/2006/relationships/image" Target="../media/image198.png"/><Relationship Id="rId49" Type="http://schemas.openxmlformats.org/officeDocument/2006/relationships/image" Target="../media/image199.png"/><Relationship Id="rId50" Type="http://schemas.openxmlformats.org/officeDocument/2006/relationships/image" Target="../media/image200.png"/><Relationship Id="rId51" Type="http://schemas.openxmlformats.org/officeDocument/2006/relationships/image" Target="../media/image201.png"/><Relationship Id="rId52" Type="http://schemas.openxmlformats.org/officeDocument/2006/relationships/image" Target="../media/image202.png"/><Relationship Id="rId53" Type="http://schemas.openxmlformats.org/officeDocument/2006/relationships/image" Target="../media/image203.png"/><Relationship Id="rId54" Type="http://schemas.openxmlformats.org/officeDocument/2006/relationships/image" Target="../media/image204.png"/><Relationship Id="rId55" Type="http://schemas.openxmlformats.org/officeDocument/2006/relationships/image" Target="../media/image20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Relationship Id="rId4" Type="http://schemas.openxmlformats.org/officeDocument/2006/relationships/image" Target="../media/image1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207.png"/><Relationship Id="rId9" Type="http://schemas.openxmlformats.org/officeDocument/2006/relationships/image" Target="../media/image8.png"/><Relationship Id="rId10" Type="http://schemas.openxmlformats.org/officeDocument/2006/relationships/image" Target="../media/image208.png"/><Relationship Id="rId11" Type="http://schemas.openxmlformats.org/officeDocument/2006/relationships/image" Target="../media/image209.png"/><Relationship Id="rId12" Type="http://schemas.openxmlformats.org/officeDocument/2006/relationships/image" Target="../media/image210.png"/><Relationship Id="rId13" Type="http://schemas.openxmlformats.org/officeDocument/2006/relationships/image" Target="../media/image211.png"/><Relationship Id="rId14" Type="http://schemas.openxmlformats.org/officeDocument/2006/relationships/image" Target="../media/image212.png"/><Relationship Id="rId15" Type="http://schemas.openxmlformats.org/officeDocument/2006/relationships/image" Target="../media/image213.png"/><Relationship Id="rId16" Type="http://schemas.openxmlformats.org/officeDocument/2006/relationships/image" Target="../media/image214.png"/><Relationship Id="rId17" Type="http://schemas.openxmlformats.org/officeDocument/2006/relationships/image" Target="../media/image215.png"/><Relationship Id="rId18" Type="http://schemas.openxmlformats.org/officeDocument/2006/relationships/image" Target="../media/image216.png"/><Relationship Id="rId19" Type="http://schemas.openxmlformats.org/officeDocument/2006/relationships/image" Target="../media/image217.png"/><Relationship Id="rId20" Type="http://schemas.openxmlformats.org/officeDocument/2006/relationships/image" Target="../media/image218.png"/><Relationship Id="rId21" Type="http://schemas.openxmlformats.org/officeDocument/2006/relationships/image" Target="../media/image219.png"/><Relationship Id="rId22" Type="http://schemas.openxmlformats.org/officeDocument/2006/relationships/image" Target="../media/image220.png"/><Relationship Id="rId23" Type="http://schemas.openxmlformats.org/officeDocument/2006/relationships/image" Target="../media/image221.png"/><Relationship Id="rId24" Type="http://schemas.openxmlformats.org/officeDocument/2006/relationships/image" Target="../media/image222.png"/><Relationship Id="rId25" Type="http://schemas.openxmlformats.org/officeDocument/2006/relationships/image" Target="../media/image223.png"/><Relationship Id="rId26" Type="http://schemas.openxmlformats.org/officeDocument/2006/relationships/image" Target="../media/image224.png"/><Relationship Id="rId27" Type="http://schemas.openxmlformats.org/officeDocument/2006/relationships/image" Target="../media/image225.png"/><Relationship Id="rId28" Type="http://schemas.openxmlformats.org/officeDocument/2006/relationships/image" Target="../media/image226.png"/><Relationship Id="rId29" Type="http://schemas.openxmlformats.org/officeDocument/2006/relationships/image" Target="../media/image227.png"/><Relationship Id="rId30" Type="http://schemas.openxmlformats.org/officeDocument/2006/relationships/image" Target="../media/image228.png"/><Relationship Id="rId31" Type="http://schemas.openxmlformats.org/officeDocument/2006/relationships/image" Target="../media/image229.png"/><Relationship Id="rId32" Type="http://schemas.openxmlformats.org/officeDocument/2006/relationships/image" Target="../media/image230.png"/><Relationship Id="rId33" Type="http://schemas.openxmlformats.org/officeDocument/2006/relationships/image" Target="../media/image231.png"/><Relationship Id="rId34" Type="http://schemas.openxmlformats.org/officeDocument/2006/relationships/image" Target="../media/image232.png"/><Relationship Id="rId35" Type="http://schemas.openxmlformats.org/officeDocument/2006/relationships/image" Target="../media/image233.png"/><Relationship Id="rId36" Type="http://schemas.openxmlformats.org/officeDocument/2006/relationships/image" Target="../media/image234.png"/><Relationship Id="rId37" Type="http://schemas.openxmlformats.org/officeDocument/2006/relationships/image" Target="../media/image235.png"/><Relationship Id="rId38" Type="http://schemas.openxmlformats.org/officeDocument/2006/relationships/image" Target="../media/image236.png"/><Relationship Id="rId39" Type="http://schemas.openxmlformats.org/officeDocument/2006/relationships/image" Target="../media/image237.png"/><Relationship Id="rId40" Type="http://schemas.openxmlformats.org/officeDocument/2006/relationships/image" Target="../media/image238.png"/><Relationship Id="rId41" Type="http://schemas.openxmlformats.org/officeDocument/2006/relationships/image" Target="../media/image239.png"/><Relationship Id="rId42" Type="http://schemas.openxmlformats.org/officeDocument/2006/relationships/image" Target="../media/image240.png"/><Relationship Id="rId43" Type="http://schemas.openxmlformats.org/officeDocument/2006/relationships/image" Target="../media/image241.png"/><Relationship Id="rId44" Type="http://schemas.openxmlformats.org/officeDocument/2006/relationships/image" Target="../media/image242.png"/><Relationship Id="rId45" Type="http://schemas.openxmlformats.org/officeDocument/2006/relationships/image" Target="../media/image24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6.png"/><Relationship Id="rId7" Type="http://schemas.openxmlformats.org/officeDocument/2006/relationships/image" Target="../media/image244.png"/><Relationship Id="rId8" Type="http://schemas.openxmlformats.org/officeDocument/2006/relationships/image" Target="../media/image8.png"/><Relationship Id="rId9" Type="http://schemas.openxmlformats.org/officeDocument/2006/relationships/image" Target="../media/image245.png"/><Relationship Id="rId10" Type="http://schemas.openxmlformats.org/officeDocument/2006/relationships/image" Target="../media/image24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7078" y="679132"/>
            <a:ext cx="811580" cy="314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8355" y="681291"/>
            <a:ext cx="1461262" cy="3146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05975" y="681291"/>
            <a:ext cx="1461261" cy="3146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125" y="581025"/>
            <a:ext cx="1924050" cy="5619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48660" y="673798"/>
            <a:ext cx="1143723" cy="3146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86075"/>
            <a:ext cx="18268949" cy="74009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76919" y="2043112"/>
            <a:ext cx="2801874" cy="104870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873371" y="3730244"/>
            <a:ext cx="9979660" cy="1506220"/>
            <a:chOff x="4873371" y="3730244"/>
            <a:chExt cx="9979660" cy="1506220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3371" y="3730244"/>
              <a:ext cx="3302254" cy="15062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90840" y="3730244"/>
              <a:ext cx="6861809" cy="150621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324600" y="5581650"/>
            <a:ext cx="6486525" cy="1438275"/>
            <a:chOff x="6324600" y="5581650"/>
            <a:chExt cx="6486525" cy="1438275"/>
          </a:xfrm>
        </p:grpSpPr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24600" y="5581650"/>
              <a:ext cx="6486525" cy="14382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48830" y="5831522"/>
              <a:ext cx="5255006" cy="9439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125" y="581025"/>
            <a:ext cx="1924050" cy="56197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38575" y="0"/>
            <a:ext cx="14401800" cy="10287000"/>
            <a:chOff x="3838575" y="0"/>
            <a:chExt cx="14401800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58325" y="1857375"/>
              <a:ext cx="8782050" cy="84296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8575" y="0"/>
              <a:ext cx="7667625" cy="64674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6255" y="679132"/>
              <a:ext cx="767130" cy="3146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4130" y="681291"/>
              <a:ext cx="1493011" cy="3146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05975" y="681291"/>
              <a:ext cx="1461261" cy="3146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59564" y="679132"/>
              <a:ext cx="858012" cy="3146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923259" y="673798"/>
              <a:ext cx="1198156" cy="314642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2343510" y="1806829"/>
            <a:ext cx="4954270" cy="1468120"/>
            <a:chOff x="12343510" y="1806829"/>
            <a:chExt cx="4954270" cy="1468120"/>
          </a:xfrm>
        </p:grpSpPr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343510" y="1806829"/>
              <a:ext cx="4954270" cy="7531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075665" y="2521585"/>
              <a:ext cx="4094861" cy="75310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704975" y="2511044"/>
            <a:ext cx="5274945" cy="3975735"/>
            <a:chOff x="1704975" y="2511044"/>
            <a:chExt cx="5274945" cy="3975735"/>
          </a:xfrm>
        </p:grpSpPr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04975" y="2511044"/>
              <a:ext cx="4813808" cy="13823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04975" y="3807841"/>
              <a:ext cx="2274189" cy="13823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4975" y="5104383"/>
              <a:ext cx="5274563" cy="138239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043159" y="3554031"/>
            <a:ext cx="182880" cy="49199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5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5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65"/>
              </a:spcBef>
            </a:pP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5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500" spc="-50">
                <a:solidFill>
                  <a:srgbClr val="FFFFFF"/>
                </a:solidFill>
                <a:latin typeface="Arial"/>
                <a:cs typeface="Arial"/>
              </a:rPr>
              <a:t>•</a:t>
            </a:r>
            <a:endParaRPr sz="35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33684" y="3566731"/>
            <a:ext cx="6689598" cy="55276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433684" y="4185920"/>
            <a:ext cx="5519165" cy="55308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433684" y="4815204"/>
            <a:ext cx="5400421" cy="55308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433684" y="5435219"/>
            <a:ext cx="4573270" cy="55308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433684" y="6055105"/>
            <a:ext cx="2746502" cy="55308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433684" y="6684327"/>
            <a:ext cx="6519291" cy="55276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433684" y="7304087"/>
            <a:ext cx="6627621" cy="55276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433684" y="7923276"/>
            <a:ext cx="6068186" cy="553085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433684" y="8552497"/>
            <a:ext cx="4725034" cy="55308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433684" y="9172575"/>
            <a:ext cx="4502911" cy="5530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255" y="679132"/>
            <a:ext cx="767130" cy="3146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8355" y="681291"/>
            <a:ext cx="1461262" cy="3146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8700" y="4495800"/>
            <a:ext cx="2743200" cy="275272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21426" y="4916596"/>
            <a:ext cx="1435100" cy="1425575"/>
          </a:xfrm>
          <a:custGeom>
            <a:avLst/>
            <a:gdLst/>
            <a:ahLst/>
            <a:cxnLst/>
            <a:rect l="l" t="t" r="r" b="b"/>
            <a:pathLst>
              <a:path w="1435100" h="1425575">
                <a:moveTo>
                  <a:pt x="1434869" y="0"/>
                </a:moveTo>
                <a:lnTo>
                  <a:pt x="0" y="0"/>
                </a:lnTo>
                <a:lnTo>
                  <a:pt x="0" y="445767"/>
                </a:lnTo>
                <a:lnTo>
                  <a:pt x="668881" y="445768"/>
                </a:lnTo>
                <a:lnTo>
                  <a:pt x="0" y="1110239"/>
                </a:lnTo>
                <a:lnTo>
                  <a:pt x="317297" y="1425452"/>
                </a:lnTo>
                <a:lnTo>
                  <a:pt x="986198" y="760959"/>
                </a:lnTo>
                <a:lnTo>
                  <a:pt x="986198" y="1425452"/>
                </a:lnTo>
                <a:lnTo>
                  <a:pt x="1434869" y="1425452"/>
                </a:lnTo>
                <a:lnTo>
                  <a:pt x="1434869" y="0"/>
                </a:lnTo>
                <a:close/>
              </a:path>
            </a:pathLst>
          </a:custGeom>
          <a:solidFill>
            <a:srgbClr val="FBA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" name="object 2"/>
          <p:cNvGrpSpPr/>
          <p:nvPr/>
        </p:nvGrpSpPr>
        <p:grpSpPr>
          <a:xfrm>
            <a:off x="10696575" y="0"/>
            <a:ext cx="7591425" cy="6867525"/>
            <a:chOff x="10696575" y="0"/>
            <a:chExt cx="7591425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6575" y="0"/>
              <a:ext cx="7591425" cy="68675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78125" y="581025"/>
              <a:ext cx="1924050" cy="56197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83750" y="681291"/>
            <a:ext cx="1514094" cy="3146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31261" y="661098"/>
            <a:ext cx="1209040" cy="31464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448804" y="1236980"/>
            <a:ext cx="9360535" cy="505459"/>
            <a:chOff x="7448804" y="1236980"/>
            <a:chExt cx="9360535" cy="505459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48804" y="1236980"/>
              <a:ext cx="1417574" cy="5054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85835" y="1236980"/>
              <a:ext cx="534034" cy="5054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51900" y="1236980"/>
              <a:ext cx="171450" cy="5054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50401" y="1236980"/>
              <a:ext cx="1972691" cy="5054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917301" y="1236980"/>
              <a:ext cx="762419" cy="5054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608181" y="1236980"/>
              <a:ext cx="2276475" cy="5054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770864" y="1236980"/>
              <a:ext cx="457834" cy="5054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110970" y="1236980"/>
              <a:ext cx="557212" cy="5054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596110" y="1236980"/>
              <a:ext cx="2212975" cy="5054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586835" y="1236980"/>
              <a:ext cx="190500" cy="505459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7448804" y="1809495"/>
            <a:ext cx="1386205" cy="505459"/>
            <a:chOff x="7448804" y="1809495"/>
            <a:chExt cx="1386205" cy="505459"/>
          </a:xfrm>
        </p:grpSpPr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48804" y="1809495"/>
              <a:ext cx="1130719" cy="5054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01101" y="1809495"/>
              <a:ext cx="533400" cy="5054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9960" y="1809495"/>
              <a:ext cx="172084" cy="505459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8883650" y="1809495"/>
            <a:ext cx="5953125" cy="505459"/>
            <a:chOff x="8883650" y="1809495"/>
            <a:chExt cx="5953125" cy="505459"/>
          </a:xfrm>
        </p:grpSpPr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883650" y="1809495"/>
              <a:ext cx="1489836" cy="5054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95203" y="1809495"/>
              <a:ext cx="1822703" cy="5054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250165" y="1809495"/>
              <a:ext cx="2586354" cy="505459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885035" y="1809495"/>
            <a:ext cx="2615946" cy="505459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7448804" y="2381567"/>
            <a:ext cx="3455035" cy="505459"/>
            <a:chOff x="7448804" y="2381567"/>
            <a:chExt cx="3455035" cy="505459"/>
          </a:xfrm>
        </p:grpSpPr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448804" y="2381567"/>
              <a:ext cx="1753743" cy="5051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102090" y="2381567"/>
              <a:ext cx="1801241" cy="50514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702925" y="2381567"/>
              <a:ext cx="190500" cy="505142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7448804" y="2953004"/>
            <a:ext cx="1327150" cy="505459"/>
            <a:chOff x="7448804" y="2953004"/>
            <a:chExt cx="1327150" cy="505459"/>
          </a:xfrm>
        </p:grpSpPr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48804" y="2953004"/>
              <a:ext cx="1326642" cy="5054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56625" y="2953004"/>
              <a:ext cx="171450" cy="505459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959468" y="2953004"/>
            <a:ext cx="1177671" cy="50545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0262616" y="2953004"/>
            <a:ext cx="800519" cy="50545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184890" y="2953004"/>
            <a:ext cx="1865630" cy="50545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3162280" y="2953004"/>
            <a:ext cx="2043684" cy="505459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5321661" y="2953004"/>
            <a:ext cx="1509521" cy="50545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6897985" y="2953004"/>
            <a:ext cx="557212" cy="505459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7448804" y="3525520"/>
            <a:ext cx="2537460" cy="505459"/>
            <a:chOff x="7448804" y="3525520"/>
            <a:chExt cx="2537460" cy="505459"/>
          </a:xfrm>
        </p:grpSpPr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448804" y="3525520"/>
              <a:ext cx="2536952" cy="50545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751695" y="3525520"/>
              <a:ext cx="190500" cy="505459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7448804" y="4097591"/>
            <a:ext cx="1678939" cy="505459"/>
            <a:chOff x="7448804" y="4097591"/>
            <a:chExt cx="1678939" cy="505459"/>
          </a:xfrm>
        </p:grpSpPr>
        <p:pic>
          <p:nvPicPr>
            <p:cNvPr id="54" name="object 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448804" y="4097591"/>
              <a:ext cx="1678686" cy="5051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84539" y="4097591"/>
              <a:ext cx="171450" cy="505142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296145" y="4097591"/>
            <a:ext cx="1972691" cy="50514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377676" y="4097591"/>
            <a:ext cx="940219" cy="505142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2410058" y="4097591"/>
            <a:ext cx="1679066" cy="505142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4182089" y="4097591"/>
            <a:ext cx="2746121" cy="50514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7043145" y="4097591"/>
            <a:ext cx="457834" cy="505142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7448804" y="4669154"/>
            <a:ext cx="4605655" cy="505459"/>
            <a:chOff x="7448804" y="4669154"/>
            <a:chExt cx="4605655" cy="505459"/>
          </a:xfrm>
        </p:grpSpPr>
        <p:pic>
          <p:nvPicPr>
            <p:cNvPr id="62" name="object 6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448804" y="4669154"/>
              <a:ext cx="1677161" cy="50546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032240" y="4669154"/>
              <a:ext cx="557212" cy="50546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517380" y="4669154"/>
              <a:ext cx="2536952" cy="50546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820144" y="4669154"/>
              <a:ext cx="190500" cy="505460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7448804" y="5241544"/>
            <a:ext cx="1512570" cy="505459"/>
            <a:chOff x="7448804" y="5241544"/>
            <a:chExt cx="1512570" cy="505459"/>
          </a:xfrm>
        </p:grpSpPr>
        <p:pic>
          <p:nvPicPr>
            <p:cNvPr id="67" name="object 6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448804" y="5241544"/>
              <a:ext cx="1512061" cy="50546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48141" y="5241544"/>
              <a:ext cx="171450" cy="50546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9051925" y="5241544"/>
            <a:ext cx="7653020" cy="505459"/>
            <a:chOff x="9051925" y="5241544"/>
            <a:chExt cx="7653020" cy="505459"/>
          </a:xfrm>
        </p:grpSpPr>
        <p:pic>
          <p:nvPicPr>
            <p:cNvPr id="70" name="object 7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051925" y="5241544"/>
              <a:ext cx="1178052" cy="50546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258044" y="5241544"/>
              <a:ext cx="557682" cy="50546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848975" y="5241544"/>
              <a:ext cx="4096448" cy="50546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978760" y="5241544"/>
              <a:ext cx="1726184" cy="505460"/>
            </a:xfrm>
            <a:prstGeom prst="rect">
              <a:avLst/>
            </a:prstGeom>
          </p:spPr>
        </p:pic>
      </p:grpSp>
      <p:pic>
        <p:nvPicPr>
          <p:cNvPr id="74" name="object 74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6753459" y="5241544"/>
            <a:ext cx="771525" cy="505460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7448804" y="5813742"/>
            <a:ext cx="1927860" cy="505459"/>
            <a:chOff x="7448804" y="5813742"/>
            <a:chExt cx="1927860" cy="505459"/>
          </a:xfrm>
        </p:grpSpPr>
        <p:pic>
          <p:nvPicPr>
            <p:cNvPr id="76" name="object 7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448804" y="5813742"/>
              <a:ext cx="1927859" cy="50514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34729" y="5813742"/>
              <a:ext cx="190500" cy="505142"/>
            </a:xfrm>
            <a:prstGeom prst="rect">
              <a:avLst/>
            </a:prstGeom>
          </p:spPr>
        </p:pic>
      </p:grpSp>
      <p:pic>
        <p:nvPicPr>
          <p:cNvPr id="78" name="object 78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448804" y="6385877"/>
            <a:ext cx="1678686" cy="505142"/>
          </a:xfrm>
          <a:prstGeom prst="rect">
            <a:avLst/>
          </a:prstGeom>
        </p:spPr>
      </p:pic>
      <p:grpSp>
        <p:nvGrpSpPr>
          <p:cNvPr id="79" name="object 79"/>
          <p:cNvGrpSpPr/>
          <p:nvPr/>
        </p:nvGrpSpPr>
        <p:grpSpPr>
          <a:xfrm>
            <a:off x="9391904" y="6385877"/>
            <a:ext cx="1054735" cy="505459"/>
            <a:chOff x="9391904" y="6385877"/>
            <a:chExt cx="1054735" cy="505459"/>
          </a:xfrm>
        </p:grpSpPr>
        <p:pic>
          <p:nvPicPr>
            <p:cNvPr id="80" name="object 8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391904" y="6385877"/>
              <a:ext cx="1054519" cy="50514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181971" y="6385877"/>
              <a:ext cx="171450" cy="505142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772775" y="6385877"/>
            <a:ext cx="1937766" cy="50514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3026136" y="6385877"/>
            <a:ext cx="514819" cy="505142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3881481" y="6385877"/>
            <a:ext cx="1678686" cy="505142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5832201" y="6385877"/>
            <a:ext cx="1679067" cy="5051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38950" y="7248525"/>
            <a:ext cx="10563225" cy="303847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857567" y="6810375"/>
            <a:ext cx="6497955" cy="2679065"/>
            <a:chOff x="857567" y="6810375"/>
            <a:chExt cx="6497955" cy="2679065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7567" y="6810375"/>
              <a:ext cx="6497828" cy="13823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7567" y="8107044"/>
              <a:ext cx="4990084" cy="1382394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7448804" y="6957694"/>
            <a:ext cx="2149475" cy="505459"/>
            <a:chOff x="7448804" y="6957694"/>
            <a:chExt cx="2149475" cy="505459"/>
          </a:xfrm>
        </p:grpSpPr>
        <p:pic>
          <p:nvPicPr>
            <p:cNvPr id="87" name="object 8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448804" y="6957694"/>
              <a:ext cx="2149475" cy="50545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379331" y="6957694"/>
              <a:ext cx="190500" cy="5054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255" y="679132"/>
            <a:ext cx="767130" cy="314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1971675"/>
            <a:ext cx="2752725" cy="2752725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7867650" y="333375"/>
            <a:ext cx="10420350" cy="9953625"/>
            <a:chOff x="7867650" y="333375"/>
            <a:chExt cx="10420350" cy="9953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7650" y="333375"/>
              <a:ext cx="10420350" cy="99536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78125" y="581025"/>
              <a:ext cx="1924050" cy="56197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8355" y="681291"/>
            <a:ext cx="1461262" cy="3146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83750" y="681291"/>
            <a:ext cx="1514094" cy="3146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23894" y="673798"/>
            <a:ext cx="1198156" cy="31464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79281" y="1372806"/>
            <a:ext cx="4947920" cy="467042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0231755" y="1906841"/>
            <a:ext cx="2103120" cy="467359"/>
            <a:chOff x="10231755" y="1906841"/>
            <a:chExt cx="2103120" cy="467359"/>
          </a:xfrm>
        </p:grpSpPr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31755" y="1906841"/>
              <a:ext cx="1200530" cy="4670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30610" y="1906841"/>
              <a:ext cx="191134" cy="46704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21796" y="1906841"/>
              <a:ext cx="1012825" cy="46704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718502" y="2133600"/>
            <a:ext cx="7140575" cy="2679065"/>
            <a:chOff x="718502" y="2133600"/>
            <a:chExt cx="7140575" cy="2679065"/>
          </a:xfrm>
        </p:grpSpPr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8502" y="2133600"/>
              <a:ext cx="5335905" cy="13826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26124" y="2133600"/>
              <a:ext cx="2032888" cy="13826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8502" y="3430269"/>
              <a:ext cx="4953508" cy="138239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0231755" y="2440558"/>
            <a:ext cx="2209800" cy="467359"/>
            <a:chOff x="10231755" y="2440558"/>
            <a:chExt cx="2209800" cy="467359"/>
          </a:xfrm>
        </p:grpSpPr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231755" y="2440558"/>
              <a:ext cx="1415923" cy="4673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73434" y="2440558"/>
              <a:ext cx="190500" cy="4673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564620" y="2440558"/>
              <a:ext cx="876719" cy="46735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231755" y="2974657"/>
            <a:ext cx="2107056" cy="46704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231755" y="3508375"/>
            <a:ext cx="1745360" cy="46736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10231755" y="4042473"/>
            <a:ext cx="2576195" cy="467359"/>
            <a:chOff x="10231755" y="4042473"/>
            <a:chExt cx="2576195" cy="467359"/>
          </a:xfrm>
        </p:grpSpPr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31755" y="4042473"/>
              <a:ext cx="1878710" cy="46704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844401" y="4042473"/>
              <a:ext cx="191134" cy="46704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935460" y="4042473"/>
              <a:ext cx="872007" cy="467042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231755" y="4575809"/>
            <a:ext cx="2202433" cy="467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133975"/>
            <a:ext cx="9143999" cy="5153023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8966581" y="1817940"/>
            <a:ext cx="1597660" cy="7499984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└──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0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├──</a:t>
            </a:r>
            <a:endParaRPr sz="3000">
              <a:latin typeface="SimSun-ExtB"/>
              <a:cs typeface="SimSun-ExtB"/>
            </a:endParaRPr>
          </a:p>
          <a:p>
            <a:pPr marL="440690">
              <a:lnSpc>
                <a:spcPct val="100000"/>
              </a:lnSpc>
              <a:spcBef>
                <a:spcPts val="600"/>
              </a:spcBef>
            </a:pPr>
            <a:r>
              <a:rPr dirty="0" sz="3000" spc="-25">
                <a:solidFill>
                  <a:srgbClr val="FFFFFF"/>
                </a:solidFill>
                <a:latin typeface="SimSun-ExtB"/>
                <a:cs typeface="SimSun-ExtB"/>
              </a:rPr>
              <a:t>└──</a:t>
            </a:r>
            <a:endParaRPr sz="3000">
              <a:latin typeface="SimSun-ExtB"/>
              <a:cs typeface="SimSun-ExtB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659744" y="5110162"/>
            <a:ext cx="2343785" cy="467359"/>
            <a:chOff x="10659744" y="5110162"/>
            <a:chExt cx="2343785" cy="467359"/>
          </a:xfrm>
        </p:grpSpPr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59744" y="5110162"/>
              <a:ext cx="1655699" cy="46704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108179" y="5110162"/>
              <a:ext cx="266700" cy="46704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240640" y="5110162"/>
              <a:ext cx="762419" cy="467042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0659744" y="5644197"/>
            <a:ext cx="2567940" cy="467359"/>
            <a:chOff x="10659744" y="5644197"/>
            <a:chExt cx="2567940" cy="467359"/>
          </a:xfrm>
        </p:grpSpPr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659744" y="5644197"/>
              <a:ext cx="1886966" cy="4670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373609" y="5644197"/>
              <a:ext cx="190500" cy="46704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464795" y="5644197"/>
              <a:ext cx="762419" cy="467042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10659744" y="6177915"/>
            <a:ext cx="4721225" cy="467359"/>
            <a:chOff x="10659744" y="6177915"/>
            <a:chExt cx="4721225" cy="467359"/>
          </a:xfrm>
        </p:grpSpPr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659744" y="6177915"/>
              <a:ext cx="3822573" cy="4673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276704" y="6177915"/>
              <a:ext cx="191134" cy="4673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367763" y="6177915"/>
              <a:ext cx="1012825" cy="4673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10659744" y="6712013"/>
            <a:ext cx="3815715" cy="467359"/>
            <a:chOff x="10659744" y="6712013"/>
            <a:chExt cx="3815715" cy="467359"/>
          </a:xfrm>
        </p:grpSpPr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659744" y="6712013"/>
              <a:ext cx="2981706" cy="46704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43584" y="6712013"/>
              <a:ext cx="190500" cy="46704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534643" y="6712013"/>
              <a:ext cx="940219" cy="467042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10659744" y="7245350"/>
            <a:ext cx="4712335" cy="467359"/>
            <a:chOff x="10659744" y="7245350"/>
            <a:chExt cx="4712335" cy="467359"/>
          </a:xfrm>
        </p:grpSpPr>
        <p:pic>
          <p:nvPicPr>
            <p:cNvPr id="50" name="object 5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59744" y="7245350"/>
              <a:ext cx="3776091" cy="4673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268068" y="7245350"/>
              <a:ext cx="191134" cy="4673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359254" y="7245350"/>
              <a:ext cx="1012825" cy="467360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10659744" y="7779702"/>
            <a:ext cx="3638550" cy="467359"/>
            <a:chOff x="10659744" y="7779702"/>
            <a:chExt cx="3638550" cy="467359"/>
          </a:xfrm>
        </p:grpSpPr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659744" y="7779702"/>
              <a:ext cx="2996945" cy="4670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44600" y="7779702"/>
              <a:ext cx="190500" cy="46704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535659" y="7779702"/>
              <a:ext cx="762419" cy="467042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10659744" y="8313737"/>
            <a:ext cx="5323205" cy="467359"/>
            <a:chOff x="10659744" y="8313737"/>
            <a:chExt cx="5323205" cy="467359"/>
          </a:xfrm>
        </p:grpSpPr>
        <p:pic>
          <p:nvPicPr>
            <p:cNvPr id="58" name="object 5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659744" y="8313737"/>
              <a:ext cx="4422774" cy="46704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79065" y="8313737"/>
              <a:ext cx="191134" cy="46704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970124" y="8313737"/>
              <a:ext cx="1012825" cy="467042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10659744" y="8847455"/>
            <a:ext cx="5541010" cy="467359"/>
            <a:chOff x="10659744" y="8847455"/>
            <a:chExt cx="5541010" cy="467359"/>
          </a:xfrm>
        </p:grpSpPr>
        <p:pic>
          <p:nvPicPr>
            <p:cNvPr id="63" name="object 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659744" y="8847455"/>
              <a:ext cx="4652645" cy="46735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096743" y="8847455"/>
              <a:ext cx="190500" cy="46735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187929" y="8847455"/>
              <a:ext cx="1012431" cy="46735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8620125" cy="8553450"/>
            <a:chOff x="0" y="0"/>
            <a:chExt cx="8620125" cy="85534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572499" cy="85534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6255" y="679132"/>
              <a:ext cx="767130" cy="3146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8354" y="681291"/>
              <a:ext cx="1461262" cy="31464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3750" y="681291"/>
            <a:ext cx="1514094" cy="3146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125" y="581025"/>
            <a:ext cx="1924050" cy="5619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22243" y="673798"/>
            <a:ext cx="1209040" cy="3146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21366" y="1758060"/>
            <a:ext cx="7348220" cy="138239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16255" y="3668077"/>
            <a:ext cx="6906895" cy="429259"/>
            <a:chOff x="516255" y="3668077"/>
            <a:chExt cx="6906895" cy="429259"/>
          </a:xfrm>
        </p:grpSpPr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6255" y="3668077"/>
              <a:ext cx="1490599" cy="4289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38908" y="3668077"/>
              <a:ext cx="442912" cy="42894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8290" y="3668077"/>
              <a:ext cx="1423161" cy="42894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41471" y="3668077"/>
              <a:ext cx="400685" cy="4289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35095" y="3668077"/>
              <a:ext cx="1011605" cy="4289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99025" y="3668077"/>
              <a:ext cx="711200" cy="4289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25770" y="3668077"/>
              <a:ext cx="1897126" cy="42894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1475739" y="4630991"/>
            <a:ext cx="5640070" cy="429259"/>
            <a:chOff x="1475739" y="4630991"/>
            <a:chExt cx="5640070" cy="429259"/>
          </a:xfrm>
        </p:grpSpPr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75739" y="4630991"/>
              <a:ext cx="1378711" cy="42894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49295" y="4630991"/>
              <a:ext cx="971931" cy="42894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55441" y="4630991"/>
              <a:ext cx="228600" cy="42894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73550" y="4630991"/>
              <a:ext cx="1221079" cy="4289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48860" y="4630991"/>
              <a:ext cx="229235" cy="42894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67350" y="4630991"/>
              <a:ext cx="2048002" cy="42894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44360" y="4630991"/>
              <a:ext cx="171450" cy="428942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925175" y="5534027"/>
            <a:ext cx="7362825" cy="4752975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16255" y="5603557"/>
            <a:ext cx="15650210" cy="429259"/>
            <a:chOff x="516255" y="5603557"/>
            <a:chExt cx="15650210" cy="429259"/>
          </a:xfrm>
        </p:grpSpPr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6255" y="5603557"/>
              <a:ext cx="1415922" cy="42894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47850" y="5603557"/>
              <a:ext cx="471487" cy="42894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56155" y="5603557"/>
              <a:ext cx="2138425" cy="42894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94886" y="5603557"/>
              <a:ext cx="381000" cy="42894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80255" y="5603557"/>
              <a:ext cx="1568323" cy="42894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046470" y="5603557"/>
              <a:ext cx="471970" cy="42894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455028" y="5603557"/>
              <a:ext cx="1289811" cy="42894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653909" y="5603557"/>
              <a:ext cx="1131887" cy="42894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51494" y="5603557"/>
              <a:ext cx="711619" cy="4289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78365" y="5603557"/>
              <a:ext cx="1345310" cy="42894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524871" y="5603557"/>
              <a:ext cx="838619" cy="42894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245214" y="5603557"/>
              <a:ext cx="471487" cy="42894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653900" y="5603557"/>
              <a:ext cx="1289430" cy="42894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852653" y="5603557"/>
              <a:ext cx="671512" cy="42894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01039" y="5603557"/>
              <a:ext cx="711200" cy="42894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027785" y="5603557"/>
              <a:ext cx="2138425" cy="428942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1475739" y="6566598"/>
            <a:ext cx="13952855" cy="429259"/>
            <a:chOff x="1475739" y="6566598"/>
            <a:chExt cx="13952855" cy="429259"/>
          </a:xfrm>
        </p:grpSpPr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75739" y="6566598"/>
              <a:ext cx="1378711" cy="42894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749295" y="6566598"/>
              <a:ext cx="698919" cy="42894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66516" y="6566598"/>
              <a:ext cx="228600" cy="42894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484625" y="6566598"/>
              <a:ext cx="438785" cy="42894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798950" y="6566598"/>
              <a:ext cx="357187" cy="42894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035044" y="6566598"/>
              <a:ext cx="1155700" cy="42894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051805" y="6566598"/>
              <a:ext cx="1289812" cy="42894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59499" y="6566598"/>
              <a:ext cx="228600" cy="4289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277610" y="6566598"/>
              <a:ext cx="1000493" cy="42894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32700" y="6566598"/>
              <a:ext cx="228600" cy="42894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250683" y="6566598"/>
              <a:ext cx="2048002" cy="42894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28200" y="6566598"/>
              <a:ext cx="228600" cy="42894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46310" y="6566598"/>
              <a:ext cx="438150" cy="42894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660255" y="6566598"/>
              <a:ext cx="1131887" cy="42894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561955" y="6566598"/>
              <a:ext cx="133350" cy="42894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632439" y="6566598"/>
              <a:ext cx="671982" cy="42894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180825" y="6566598"/>
              <a:ext cx="1289812" cy="42894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288520" y="6566598"/>
              <a:ext cx="228600" cy="42894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406630" y="6566598"/>
              <a:ext cx="1000493" cy="42894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261594" y="6566598"/>
              <a:ext cx="228600" cy="42894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3379831" y="6566598"/>
              <a:ext cx="2048382" cy="4289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3" y="0"/>
            <a:ext cx="8572500" cy="85629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6255" y="679132"/>
            <a:ext cx="767130" cy="3146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58355" y="681291"/>
            <a:ext cx="1461262" cy="3146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83750" y="681291"/>
            <a:ext cx="1514094" cy="3146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125" y="581025"/>
            <a:ext cx="1924050" cy="5619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921736" y="673798"/>
            <a:ext cx="1209040" cy="314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77925" y="1638300"/>
            <a:ext cx="4410075" cy="3676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84175" y="1634807"/>
            <a:ext cx="13519785" cy="410209"/>
            <a:chOff x="384175" y="1634807"/>
            <a:chExt cx="13519785" cy="410209"/>
          </a:xfrm>
        </p:grpSpPr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4175" y="1634807"/>
              <a:ext cx="864019" cy="4098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9194" y="1634807"/>
              <a:ext cx="4335018" cy="4098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47665" y="1634807"/>
              <a:ext cx="586270" cy="4098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84875" y="1634807"/>
              <a:ext cx="1234821" cy="4098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57466" y="1634807"/>
              <a:ext cx="3228339" cy="4098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36276" y="1634807"/>
              <a:ext cx="600544" cy="4098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879708" y="1634807"/>
              <a:ext cx="3024035" cy="409892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384175" y="2092325"/>
            <a:ext cx="2014220" cy="410209"/>
            <a:chOff x="384175" y="2092325"/>
            <a:chExt cx="2014220" cy="410209"/>
          </a:xfrm>
        </p:grpSpPr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4175" y="2092325"/>
              <a:ext cx="1323086" cy="4102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09978" y="2092325"/>
              <a:ext cx="787819" cy="41020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02814" y="2092325"/>
              <a:ext cx="152400" cy="410209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1219200" y="3007677"/>
            <a:ext cx="2163445" cy="410209"/>
            <a:chOff x="1219200" y="3007677"/>
            <a:chExt cx="2163445" cy="410209"/>
          </a:xfrm>
        </p:grpSpPr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19200" y="3007677"/>
              <a:ext cx="1323086" cy="4098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445003" y="3007677"/>
              <a:ext cx="937641" cy="409892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219200" y="3922966"/>
            <a:ext cx="12526645" cy="410209"/>
            <a:chOff x="1219200" y="3922966"/>
            <a:chExt cx="12526645" cy="410209"/>
          </a:xfrm>
        </p:grpSpPr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19200" y="3922966"/>
              <a:ext cx="1323086" cy="40989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45003" y="3922966"/>
              <a:ext cx="698919" cy="4098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059176" y="3922966"/>
              <a:ext cx="1244968" cy="40989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28516" y="3922966"/>
              <a:ext cx="229235" cy="40989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43704" y="3922966"/>
              <a:ext cx="956043" cy="40989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67046" y="3922966"/>
              <a:ext cx="228600" cy="4098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81980" y="3922966"/>
              <a:ext cx="1975357" cy="40989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89140" y="3922966"/>
              <a:ext cx="3229102" cy="40989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150220" y="3922966"/>
              <a:ext cx="229234" cy="40989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265409" y="3922966"/>
              <a:ext cx="956043" cy="40989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088751" y="3922966"/>
              <a:ext cx="228600" cy="40989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03685" y="3922966"/>
              <a:ext cx="1975358" cy="4098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018134" y="3922966"/>
              <a:ext cx="133350" cy="40989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085444" y="3922966"/>
              <a:ext cx="285750" cy="4098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228955" y="3922966"/>
              <a:ext cx="153034" cy="4098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307694" y="3922966"/>
              <a:ext cx="438150" cy="409892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1219200" y="4838382"/>
            <a:ext cx="8753475" cy="410209"/>
            <a:chOff x="1219200" y="4838382"/>
            <a:chExt cx="8753475" cy="410209"/>
          </a:xfrm>
        </p:grpSpPr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19200" y="4838382"/>
              <a:ext cx="1323086" cy="40989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445003" y="4838382"/>
              <a:ext cx="976706" cy="40989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15335" y="4838382"/>
              <a:ext cx="3229101" cy="40989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76289" y="4838382"/>
              <a:ext cx="228599" cy="40989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491351" y="4838382"/>
              <a:ext cx="956411" cy="40989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14819" y="4838382"/>
              <a:ext cx="228600" cy="40989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429880" y="4838382"/>
              <a:ext cx="1975357" cy="40989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44330" y="4838382"/>
              <a:ext cx="133350" cy="40989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11640" y="4838382"/>
              <a:ext cx="285750" cy="40989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455150" y="4838382"/>
              <a:ext cx="152400" cy="40989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533508" y="4838382"/>
              <a:ext cx="438784" cy="409892"/>
            </a:xfrm>
            <a:prstGeom prst="rect">
              <a:avLst/>
            </a:prstGeom>
          </p:spPr>
        </p:pic>
      </p:grp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96675" y="6410325"/>
            <a:ext cx="5657850" cy="38766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0974502" y="5288071"/>
            <a:ext cx="1435100" cy="1425575"/>
          </a:xfrm>
          <a:custGeom>
            <a:avLst/>
            <a:gdLst/>
            <a:ahLst/>
            <a:cxnLst/>
            <a:rect l="l" t="t" r="r" b="b"/>
            <a:pathLst>
              <a:path w="1435100" h="1425575">
                <a:moveTo>
                  <a:pt x="0" y="0"/>
                </a:moveTo>
                <a:lnTo>
                  <a:pt x="1434869" y="0"/>
                </a:lnTo>
                <a:lnTo>
                  <a:pt x="1434869" y="445767"/>
                </a:lnTo>
                <a:lnTo>
                  <a:pt x="765988" y="445768"/>
                </a:lnTo>
                <a:lnTo>
                  <a:pt x="1434870" y="1110239"/>
                </a:lnTo>
                <a:lnTo>
                  <a:pt x="1117574" y="1425452"/>
                </a:lnTo>
                <a:lnTo>
                  <a:pt x="448671" y="760959"/>
                </a:lnTo>
                <a:lnTo>
                  <a:pt x="448672" y="1425452"/>
                </a:lnTo>
                <a:lnTo>
                  <a:pt x="1" y="1425452"/>
                </a:lnTo>
                <a:lnTo>
                  <a:pt x="0" y="0"/>
                </a:lnTo>
                <a:close/>
              </a:path>
            </a:pathLst>
          </a:custGeom>
          <a:solidFill>
            <a:srgbClr val="FBA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384175" y="7893367"/>
            <a:ext cx="3884295" cy="391160"/>
            <a:chOff x="384175" y="7893367"/>
            <a:chExt cx="3884295" cy="391160"/>
          </a:xfrm>
        </p:grpSpPr>
        <p:pic>
          <p:nvPicPr>
            <p:cNvPr id="63" name="object 6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84175" y="7893367"/>
              <a:ext cx="1933702" cy="39084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250439" y="7893367"/>
              <a:ext cx="1289431" cy="39084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441954" y="7893367"/>
              <a:ext cx="825919" cy="39084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059809" y="7893367"/>
              <a:ext cx="133350" cy="390842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384073" y="8341359"/>
            <a:ext cx="10320020" cy="429259"/>
            <a:chOff x="384073" y="8341359"/>
            <a:chExt cx="10320020" cy="429259"/>
          </a:xfrm>
        </p:grpSpPr>
        <p:pic>
          <p:nvPicPr>
            <p:cNvPr id="68" name="object 6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84175" y="8341359"/>
              <a:ext cx="1029462" cy="42925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84073" y="8705087"/>
              <a:ext cx="10134600" cy="19050"/>
            </a:xfrm>
            <a:custGeom>
              <a:avLst/>
              <a:gdLst/>
              <a:ahLst/>
              <a:cxnLst/>
              <a:rect l="l" t="t" r="r" b="b"/>
              <a:pathLst>
                <a:path w="10134600" h="19050">
                  <a:moveTo>
                    <a:pt x="10134574" y="0"/>
                  </a:moveTo>
                  <a:lnTo>
                    <a:pt x="0" y="0"/>
                  </a:lnTo>
                  <a:lnTo>
                    <a:pt x="0" y="19049"/>
                  </a:lnTo>
                  <a:lnTo>
                    <a:pt x="10134574" y="19049"/>
                  </a:lnTo>
                  <a:lnTo>
                    <a:pt x="1013457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45234" y="8341359"/>
              <a:ext cx="133350" cy="42925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315720" y="8341359"/>
              <a:ext cx="1120520" cy="42925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251074" y="8341359"/>
              <a:ext cx="172085" cy="42925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334640" y="8341359"/>
              <a:ext cx="1378331" cy="42925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519805" y="8341359"/>
              <a:ext cx="172085" cy="42925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03371" y="8341359"/>
              <a:ext cx="7100697" cy="429259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384073" y="8818244"/>
            <a:ext cx="5000625" cy="429259"/>
            <a:chOff x="384073" y="8818244"/>
            <a:chExt cx="5000625" cy="429259"/>
          </a:xfrm>
        </p:grpSpPr>
        <p:sp>
          <p:nvSpPr>
            <p:cNvPr id="77" name="object 77"/>
            <p:cNvSpPr/>
            <p:nvPr/>
          </p:nvSpPr>
          <p:spPr>
            <a:xfrm>
              <a:off x="384073" y="9181312"/>
              <a:ext cx="4829175" cy="19050"/>
            </a:xfrm>
            <a:custGeom>
              <a:avLst/>
              <a:gdLst/>
              <a:ahLst/>
              <a:cxnLst/>
              <a:rect l="l" t="t" r="r" b="b"/>
              <a:pathLst>
                <a:path w="4829175" h="19050">
                  <a:moveTo>
                    <a:pt x="4829149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4829149" y="19050"/>
                  </a:lnTo>
                  <a:lnTo>
                    <a:pt x="4829149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4175" y="8818244"/>
              <a:ext cx="600544" cy="42894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82637" y="8818244"/>
              <a:ext cx="247650" cy="42894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02334" y="8818244"/>
              <a:ext cx="1000861" cy="42894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764029" y="8818244"/>
              <a:ext cx="247650" cy="42894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883790" y="8818244"/>
              <a:ext cx="3500881" cy="42894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976356" y="6655054"/>
            <a:ext cx="7312025" cy="2679065"/>
            <a:chOff x="10976356" y="6655054"/>
            <a:chExt cx="7312025" cy="2679065"/>
          </a:xfrm>
        </p:grpSpPr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76356" y="6655054"/>
              <a:ext cx="5936361" cy="13823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672814" y="6655054"/>
              <a:ext cx="1615186" cy="13823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76356" y="7951152"/>
              <a:ext cx="4091559" cy="13823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743430" y="7951152"/>
              <a:ext cx="2579369" cy="13823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6255" y="679132"/>
            <a:ext cx="767130" cy="314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58355" y="681291"/>
            <a:ext cx="1461262" cy="3146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83750" y="681291"/>
            <a:ext cx="1514094" cy="3146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125" y="581025"/>
            <a:ext cx="1924050" cy="5619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30244" y="673798"/>
            <a:ext cx="1187272" cy="3146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0150" y="1562100"/>
            <a:ext cx="7972425" cy="7962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0527" y="1154430"/>
            <a:ext cx="5891530" cy="138239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639425" y="2657475"/>
            <a:ext cx="7648575" cy="7629523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244080" y="2174239"/>
            <a:ext cx="10995660" cy="562610"/>
            <a:chOff x="7244080" y="2174239"/>
            <a:chExt cx="10995660" cy="562610"/>
          </a:xfrm>
        </p:grpSpPr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44080" y="2174239"/>
              <a:ext cx="2861818" cy="5626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31476" y="2174239"/>
              <a:ext cx="4797551" cy="56260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87880" y="2174239"/>
              <a:ext cx="872007" cy="5626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545181" y="2174239"/>
              <a:ext cx="1054519" cy="562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5969" y="2174239"/>
              <a:ext cx="1723517" cy="562609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44080" y="2813304"/>
            <a:ext cx="1270380" cy="56260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23426" y="2813304"/>
            <a:ext cx="2004949" cy="56260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831701" y="2813304"/>
            <a:ext cx="1105750" cy="56260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590269" y="2813304"/>
            <a:ext cx="3138677" cy="56260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412335" y="2813304"/>
            <a:ext cx="872007" cy="562609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5183301" y="3087701"/>
            <a:ext cx="1435100" cy="1425575"/>
          </a:xfrm>
          <a:custGeom>
            <a:avLst/>
            <a:gdLst/>
            <a:ahLst/>
            <a:cxnLst/>
            <a:rect l="l" t="t" r="r" b="b"/>
            <a:pathLst>
              <a:path w="1435100" h="1425575">
                <a:moveTo>
                  <a:pt x="1434869" y="1425452"/>
                </a:moveTo>
                <a:lnTo>
                  <a:pt x="0" y="1425452"/>
                </a:lnTo>
                <a:lnTo>
                  <a:pt x="0" y="979684"/>
                </a:lnTo>
                <a:lnTo>
                  <a:pt x="668881" y="979684"/>
                </a:lnTo>
                <a:lnTo>
                  <a:pt x="0" y="315213"/>
                </a:lnTo>
                <a:lnTo>
                  <a:pt x="317297" y="0"/>
                </a:lnTo>
                <a:lnTo>
                  <a:pt x="986198" y="664493"/>
                </a:lnTo>
                <a:lnTo>
                  <a:pt x="986198" y="0"/>
                </a:lnTo>
                <a:lnTo>
                  <a:pt x="1434869" y="0"/>
                </a:lnTo>
                <a:lnTo>
                  <a:pt x="1434869" y="1425452"/>
                </a:lnTo>
                <a:close/>
              </a:path>
            </a:pathLst>
          </a:custGeom>
          <a:solidFill>
            <a:srgbClr val="FBAC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244080" y="3442589"/>
            <a:ext cx="3386328" cy="56260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715625" y="3442589"/>
            <a:ext cx="495300" cy="562609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11315065" y="3442589"/>
            <a:ext cx="2776220" cy="562610"/>
            <a:chOff x="11315065" y="3442589"/>
            <a:chExt cx="2776220" cy="562610"/>
          </a:xfrm>
        </p:grpSpPr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315065" y="3442589"/>
              <a:ext cx="2776092" cy="56260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862939" y="3442589"/>
              <a:ext cx="210184" cy="562609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321536" y="3442589"/>
            <a:ext cx="1878711" cy="56260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278606" y="3442589"/>
            <a:ext cx="1949577" cy="56260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244080" y="4081462"/>
            <a:ext cx="2956052" cy="56229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359008" y="4081462"/>
            <a:ext cx="614832" cy="56229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200510" y="4081462"/>
            <a:ext cx="1223111" cy="56229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2672694" y="4081462"/>
            <a:ext cx="1486662" cy="56229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342363" y="4081462"/>
            <a:ext cx="629119" cy="56229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5188564" y="4081462"/>
            <a:ext cx="1258061" cy="56229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6666210" y="4081462"/>
            <a:ext cx="495934" cy="56229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7344643" y="4081462"/>
            <a:ext cx="864019" cy="562292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244080" y="4720272"/>
            <a:ext cx="2900426" cy="56229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319131" y="4720272"/>
            <a:ext cx="1778761" cy="56229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2261850" y="4720272"/>
            <a:ext cx="495300" cy="56229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2930758" y="4720272"/>
            <a:ext cx="1879091" cy="56229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4957806" y="4720272"/>
            <a:ext cx="1181950" cy="56229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6262604" y="4720272"/>
            <a:ext cx="1916302" cy="562292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7244080" y="5349557"/>
            <a:ext cx="7258684" cy="562610"/>
            <a:chOff x="7244080" y="5349557"/>
            <a:chExt cx="7258684" cy="562610"/>
          </a:xfrm>
        </p:grpSpPr>
        <p:pic>
          <p:nvPicPr>
            <p:cNvPr id="45" name="object 4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244080" y="5349557"/>
              <a:ext cx="2371725" cy="5622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505315" y="5349557"/>
              <a:ext cx="614362" cy="56229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046335" y="5349557"/>
              <a:ext cx="1800986" cy="5622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717020" y="5349557"/>
              <a:ext cx="495934" cy="5622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095226" y="5349557"/>
              <a:ext cx="586257" cy="56229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612751" y="5349557"/>
              <a:ext cx="1889887" cy="5622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229969" y="5349557"/>
              <a:ext cx="209550" cy="5622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3594" y="509587"/>
            <a:ext cx="673100" cy="3432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6255" y="679132"/>
            <a:ext cx="767130" cy="3146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58355" y="681291"/>
            <a:ext cx="1461262" cy="3146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83750" y="681291"/>
            <a:ext cx="1514094" cy="3146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59564" y="679132"/>
            <a:ext cx="858012" cy="314642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125" y="581025"/>
            <a:ext cx="1924050" cy="5619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58819" y="673798"/>
            <a:ext cx="1209040" cy="31464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2886075"/>
            <a:ext cx="18288000" cy="7400925"/>
            <a:chOff x="0" y="2886075"/>
            <a:chExt cx="18288000" cy="7400925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2886075"/>
              <a:ext cx="18287999" cy="74009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26100" y="3546475"/>
              <a:ext cx="9192641" cy="28318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2026-10-23T03:56:04Z</dcterms:created>
  <dcterms:modified xsi:type="dcterms:W3CDTF">2026-10-23T03:56:04Z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2026-10-22T00:00:00Z</vt:filetime>
  </property>
  <property fmtid="{D5CDD505-2E9C-101B-9397-08002B2CF9AE}" pid="4" name="LastSaved">
    <vt:filetime>2026-10-23T00:00:00Z</vt:filetime>
  </property>
</Properties>
</file>